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</a:rPr>
              <a:t>Jarvis PPTX Test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Slide 1 of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A2A"/>
                </a:solidFill>
              </a:rPr>
              <a:t>Navigation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Slide 2 of 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Jarvis Presenter test</dc:creator>
  <cp:lastModifiedBy>Jarvis Presenter test</cp:lastModifiedBy>
  <cp:revision>1</cp:revision>
  <dcterms:created xsi:type="dcterms:W3CDTF">2026-06-27T07:47:14Z</dcterms:created>
  <dcterms:modified xsi:type="dcterms:W3CDTF">2026-06-27T07:47:14Z</dcterms:modified>
</cp:coreProperties>
</file>